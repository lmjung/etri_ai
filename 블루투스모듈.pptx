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8" r:id="rId3"/>
    <p:sldId id="263" r:id="rId4"/>
    <p:sldId id="264" r:id="rId5"/>
    <p:sldId id="265" r:id="rId6"/>
    <p:sldId id="266" r:id="rId7"/>
    <p:sldId id="267" r:id="rId8"/>
    <p:sldId id="269" r:id="rId9"/>
    <p:sldId id="270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8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151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61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199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67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31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233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455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708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19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897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225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3CC5D-3E5C-4301-B9DE-42262803A384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960D7-09D1-44EF-A5B3-9927F985D2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798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D375621-D8D2-2309-422A-C6405C500B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8"/>
          <a:stretch/>
        </p:blipFill>
        <p:spPr>
          <a:xfrm>
            <a:off x="1053737" y="266126"/>
            <a:ext cx="9820147" cy="237205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5F8FECC-E41A-BFF6-95BC-9497C709B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627" y="3283380"/>
            <a:ext cx="2257740" cy="227679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FB0F4F5-22BB-393B-5E7F-EBC57BE01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736" y="3164300"/>
            <a:ext cx="4077269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883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20AE83-887D-8018-6AA9-16CF684C9A4A}"/>
              </a:ext>
            </a:extLst>
          </p:cNvPr>
          <p:cNvSpPr txBox="1"/>
          <p:nvPr/>
        </p:nvSpPr>
        <p:spPr>
          <a:xfrm>
            <a:off x="809897" y="209006"/>
            <a:ext cx="3953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ble_library.py</a:t>
            </a:r>
            <a:r>
              <a:rPr lang="ko-KR" altLang="en-US">
                <a:latin typeface="Consolas" panose="020B0609020204030204" pitchFamily="49" charset="0"/>
              </a:rPr>
              <a:t>를 보드에 올린다</a:t>
            </a:r>
            <a:r>
              <a:rPr lang="en-US" altLang="ko-KR">
                <a:latin typeface="Consolas" panose="020B0609020204030204" pitchFamily="49" charset="0"/>
              </a:rPr>
              <a:t>.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B09C8-0E64-986E-F63C-D961BAD59EF8}"/>
              </a:ext>
            </a:extLst>
          </p:cNvPr>
          <p:cNvSpPr txBox="1"/>
          <p:nvPr/>
        </p:nvSpPr>
        <p:spPr>
          <a:xfrm>
            <a:off x="809897" y="984069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ble_test.py </a:t>
            </a:r>
            <a:r>
              <a:rPr lang="ko-KR" altLang="en-US">
                <a:latin typeface="Consolas" panose="020B0609020204030204" pitchFamily="49" charset="0"/>
              </a:rPr>
              <a:t>작성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8AA808-CBBA-FA0D-7637-DD63D7E327E9}"/>
              </a:ext>
            </a:extLst>
          </p:cNvPr>
          <p:cNvSpPr txBox="1"/>
          <p:nvPr/>
        </p:nvSpPr>
        <p:spPr>
          <a:xfrm>
            <a:off x="809897" y="1574466"/>
            <a:ext cx="6643165" cy="341632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from time import sleep</a:t>
            </a:r>
          </a:p>
          <a:p>
            <a:r>
              <a:rPr lang="en-US" altLang="ko-KR">
                <a:latin typeface="Consolas" panose="020B0609020204030204" pitchFamily="49" charset="0"/>
              </a:rPr>
              <a:t>import ble_library</a:t>
            </a:r>
          </a:p>
          <a:p>
            <a:r>
              <a:rPr lang="en-US" altLang="ko-KR">
                <a:latin typeface="Consolas" panose="020B0609020204030204" pitchFamily="49" charset="0"/>
              </a:rPr>
              <a:t>import bluetooth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ble= bluetooth.BLE()</a:t>
            </a:r>
          </a:p>
          <a:p>
            <a:r>
              <a:rPr lang="en-US" altLang="ko-KR">
                <a:latin typeface="Consolas" panose="020B0609020204030204" pitchFamily="49" charset="0"/>
              </a:rPr>
              <a:t>p = ble_library.BLESimplePeripheral(ble, ‘ESP-</a:t>
            </a:r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KJI</a:t>
            </a:r>
            <a:r>
              <a:rPr lang="en-US" altLang="ko-KR">
                <a:latin typeface="Consolas" panose="020B0609020204030204" pitchFamily="49" charset="0"/>
              </a:rPr>
              <a:t>’)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def on_rx(v):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data = v.strip()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print(data)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p.on_write(on_rx)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953FD9-F3B6-BEE1-73FD-A9C50D1F182A}"/>
              </a:ext>
            </a:extLst>
          </p:cNvPr>
          <p:cNvSpPr/>
          <p:nvPr/>
        </p:nvSpPr>
        <p:spPr>
          <a:xfrm>
            <a:off x="8395063" y="1907176"/>
            <a:ext cx="2447108" cy="687977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>
                <a:solidFill>
                  <a:schemeClr val="tx1"/>
                </a:solidFill>
                <a:latin typeface="Consolas" panose="020B0609020204030204" pitchFamily="49" charset="0"/>
              </a:rPr>
              <a:t>이 부분 본인 이름의 이니셜로 수정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C700DD2-067E-F83F-333D-2D16D56B4EA9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914606" y="2251165"/>
            <a:ext cx="1480457" cy="7010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557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022FF55-BE6A-BDFA-19B9-0E36DC980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00" y="295024"/>
            <a:ext cx="5210902" cy="55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901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038BA5F-BF2F-F122-B542-84D41B6BA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94" y="330675"/>
            <a:ext cx="5992061" cy="5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3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EDF1BD1-072F-DB97-76DA-0AE8C3C3A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78" y="196776"/>
            <a:ext cx="5630061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212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8A9DE71-B67B-1895-0AC8-9E093C631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24" y="312298"/>
            <a:ext cx="7125694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570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8B97082-B1AC-7510-B06E-114FC40FF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23" y="384419"/>
            <a:ext cx="6344535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24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2F7ED3-631F-5F4A-A3FF-B2F0367EA3C8}"/>
              </a:ext>
            </a:extLst>
          </p:cNvPr>
          <p:cNvSpPr txBox="1"/>
          <p:nvPr/>
        </p:nvSpPr>
        <p:spPr>
          <a:xfrm>
            <a:off x="931816" y="1088572"/>
            <a:ext cx="6643165" cy="535531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from time import sleep</a:t>
            </a:r>
          </a:p>
          <a:p>
            <a:r>
              <a:rPr lang="en-US" altLang="ko-KR">
                <a:latin typeface="Consolas" panose="020B0609020204030204" pitchFamily="49" charset="0"/>
              </a:rPr>
              <a:t>import ble_library</a:t>
            </a:r>
          </a:p>
          <a:p>
            <a:r>
              <a:rPr lang="en-US" altLang="ko-KR">
                <a:latin typeface="Consolas" panose="020B0609020204030204" pitchFamily="49" charset="0"/>
              </a:rPr>
              <a:t>import Bluetooth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ble = bluetooth.BLE()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p = ble_library.BLESimplePeripheral(ble, 'ESP-</a:t>
            </a:r>
            <a:r>
              <a:rPr lang="en-US" altLang="ko-KR">
                <a:solidFill>
                  <a:srgbClr val="FF0000"/>
                </a:solidFill>
                <a:latin typeface="Consolas" panose="020B0609020204030204" pitchFamily="49" charset="0"/>
              </a:rPr>
              <a:t>KJI</a:t>
            </a:r>
            <a:r>
              <a:rPr lang="en-US" altLang="ko-KR">
                <a:latin typeface="Consolas" panose="020B0609020204030204" pitchFamily="49" charset="0"/>
              </a:rPr>
              <a:t>')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def on_rx(v):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data = v.strip()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print(data)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p.on_write(on_rx)</a:t>
            </a:r>
          </a:p>
          <a:p>
            <a:endParaRPr lang="en-US" altLang="ko-KR">
              <a:latin typeface="Consolas" panose="020B0609020204030204" pitchFamily="49" charset="0"/>
            </a:endParaRPr>
          </a:p>
          <a:p>
            <a:r>
              <a:rPr lang="en-US" altLang="ko-KR">
                <a:latin typeface="Consolas" panose="020B0609020204030204" pitchFamily="49" charset="0"/>
              </a:rPr>
              <a:t>while True: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send_data = input("</a:t>
            </a:r>
            <a:r>
              <a:rPr lang="ko-KR" altLang="en-US">
                <a:latin typeface="Consolas" panose="020B0609020204030204" pitchFamily="49" charset="0"/>
              </a:rPr>
              <a:t>전송할 메시지 입력</a:t>
            </a:r>
            <a:r>
              <a:rPr lang="en-US" altLang="ko-KR">
                <a:latin typeface="Consolas" panose="020B0609020204030204" pitchFamily="49" charset="0"/>
              </a:rPr>
              <a:t>: ")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if send_data != "":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    p.send(send_data)</a:t>
            </a:r>
          </a:p>
          <a:p>
            <a:r>
              <a:rPr lang="en-US" altLang="ko-KR">
                <a:latin typeface="Consolas" panose="020B0609020204030204" pitchFamily="49" charset="0"/>
              </a:rPr>
              <a:t>    sleep(0.1)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2B7A59-133F-D317-38FA-DA7ADBE07382}"/>
              </a:ext>
            </a:extLst>
          </p:cNvPr>
          <p:cNvSpPr txBox="1"/>
          <p:nvPr/>
        </p:nvSpPr>
        <p:spPr>
          <a:xfrm>
            <a:off x="513806" y="209006"/>
            <a:ext cx="3089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Bluetooth </a:t>
            </a:r>
            <a:r>
              <a:rPr lang="ko-KR" altLang="en-US">
                <a:latin typeface="Consolas" panose="020B0609020204030204" pitchFamily="49" charset="0"/>
              </a:rPr>
              <a:t>송</a:t>
            </a:r>
            <a:r>
              <a:rPr lang="en-US" altLang="ko-KR">
                <a:latin typeface="Consolas" panose="020B0609020204030204" pitchFamily="49" charset="0"/>
              </a:rPr>
              <a:t>/</a:t>
            </a:r>
            <a:r>
              <a:rPr lang="ko-KR" altLang="en-US">
                <a:latin typeface="Consolas" panose="020B0609020204030204" pitchFamily="49" charset="0"/>
              </a:rPr>
              <a:t>수신 테스트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764C35-F6DA-BE16-D391-252F1E38091A}"/>
              </a:ext>
            </a:extLst>
          </p:cNvPr>
          <p:cNvSpPr txBox="1"/>
          <p:nvPr/>
        </p:nvSpPr>
        <p:spPr>
          <a:xfrm>
            <a:off x="853440" y="719240"/>
            <a:ext cx="2419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ble_test_2.py </a:t>
            </a:r>
            <a:r>
              <a:rPr lang="ko-KR" altLang="en-US">
                <a:latin typeface="Consolas" panose="020B0609020204030204" pitchFamily="49" charset="0"/>
              </a:rPr>
              <a:t>작성</a:t>
            </a:r>
          </a:p>
        </p:txBody>
      </p:sp>
    </p:spTree>
    <p:extLst>
      <p:ext uri="{BB962C8B-B14F-4D97-AF65-F5344CB8AC3E}">
        <p14:creationId xmlns:p14="http://schemas.microsoft.com/office/powerpoint/2010/main" val="2274487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2B7A59-133F-D317-38FA-DA7ADBE07382}"/>
              </a:ext>
            </a:extLst>
          </p:cNvPr>
          <p:cNvSpPr txBox="1"/>
          <p:nvPr/>
        </p:nvSpPr>
        <p:spPr>
          <a:xfrm>
            <a:off x="513806" y="209006"/>
            <a:ext cx="2962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Bluetooth </a:t>
            </a:r>
            <a:r>
              <a:rPr lang="ko-KR" altLang="en-US">
                <a:latin typeface="Consolas" panose="020B0609020204030204" pitchFamily="49" charset="0"/>
              </a:rPr>
              <a:t>매카넘 테스트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764C35-F6DA-BE16-D391-252F1E38091A}"/>
              </a:ext>
            </a:extLst>
          </p:cNvPr>
          <p:cNvSpPr txBox="1"/>
          <p:nvPr/>
        </p:nvSpPr>
        <p:spPr>
          <a:xfrm>
            <a:off x="853440" y="719240"/>
            <a:ext cx="6627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github</a:t>
            </a:r>
            <a:r>
              <a:rPr lang="ko-KR" altLang="en-US">
                <a:latin typeface="Consolas" panose="020B0609020204030204" pitchFamily="49" charset="0"/>
              </a:rPr>
              <a:t>의 </a:t>
            </a:r>
            <a:r>
              <a:rPr lang="en-US" altLang="ko-KR">
                <a:latin typeface="Consolas" panose="020B0609020204030204" pitchFamily="49" charset="0"/>
              </a:rPr>
              <a:t>ble_drive_8way.py </a:t>
            </a:r>
            <a:r>
              <a:rPr lang="ko-KR" altLang="en-US">
                <a:latin typeface="Consolas" panose="020B0609020204030204" pitchFamily="49" charset="0"/>
              </a:rPr>
              <a:t>를 보드에 업로드 후 테스트</a:t>
            </a:r>
          </a:p>
        </p:txBody>
      </p:sp>
    </p:spTree>
    <p:extLst>
      <p:ext uri="{BB962C8B-B14F-4D97-AF65-F5344CB8AC3E}">
        <p14:creationId xmlns:p14="http://schemas.microsoft.com/office/powerpoint/2010/main" val="1467688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>
              <a:lumMod val="65000"/>
            </a:schemeClr>
          </a:solidFill>
        </a:ln>
      </a:spPr>
      <a:bodyPr rtlCol="0" anchor="ctr"/>
      <a:lstStyle>
        <a:defPPr algn="ctr">
          <a:defRPr smtClean="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1629</TotalTime>
  <Words>202</Words>
  <Application>Microsoft Office PowerPoint</Application>
  <PresentationFormat>와이드스크린</PresentationFormat>
  <Paragraphs>38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std</cp:lastModifiedBy>
  <cp:revision>57</cp:revision>
  <dcterms:created xsi:type="dcterms:W3CDTF">2026-06-16T00:22:35Z</dcterms:created>
  <dcterms:modified xsi:type="dcterms:W3CDTF">2026-07-01T04:12:48Z</dcterms:modified>
</cp:coreProperties>
</file>