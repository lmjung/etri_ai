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15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9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7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31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3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70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19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89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2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79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509C47-70A2-772A-BE65-52CD010C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27" y="475477"/>
            <a:ext cx="4544059" cy="32770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F1C3EFC-795E-DE95-8D75-74DCB2B5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11" y="475477"/>
            <a:ext cx="5496692" cy="22005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02F68B-B9F0-7FC7-096E-E64157768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686" y="3086025"/>
            <a:ext cx="6039693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5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6C19756-491C-30B1-7407-F05B092B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668" y="801050"/>
            <a:ext cx="3562847" cy="19814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5B637C-003C-3E1F-8718-D8DEF42E3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164" y="653392"/>
            <a:ext cx="3772426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1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EE4E8-602E-2DBF-462C-852ED87BBEF0}"/>
              </a:ext>
            </a:extLst>
          </p:cNvPr>
          <p:cNvSpPr txBox="1"/>
          <p:nvPr/>
        </p:nvSpPr>
        <p:spPr>
          <a:xfrm>
            <a:off x="635726" y="505096"/>
            <a:ext cx="5123518" cy="45243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from machine import ADC, Pin</a:t>
            </a:r>
          </a:p>
          <a:p>
            <a:r>
              <a:rPr lang="en-US" altLang="ko-KR">
                <a:latin typeface="Consolas" panose="020B0609020204030204" pitchFamily="49" charset="0"/>
              </a:rPr>
              <a:t>from time import sleep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# ──</a:t>
            </a:r>
            <a:r>
              <a:rPr lang="ko-KR" altLang="en-US">
                <a:latin typeface="Consolas" panose="020B0609020204030204" pitchFamily="49" charset="0"/>
              </a:rPr>
              <a:t>조이스틱 </a:t>
            </a:r>
            <a:r>
              <a:rPr lang="en-US" altLang="ko-KR">
                <a:latin typeface="Consolas" panose="020B0609020204030204" pitchFamily="49" charset="0"/>
              </a:rPr>
              <a:t>1 (P0=X, P1=Y)</a:t>
            </a:r>
          </a:p>
          <a:p>
            <a:r>
              <a:rPr lang="en-US" altLang="ko-KR">
                <a:latin typeface="Consolas" panose="020B0609020204030204" pitchFamily="49" charset="0"/>
              </a:rPr>
              <a:t>joy1_x = ADC(Pin(26))</a:t>
            </a:r>
          </a:p>
          <a:p>
            <a:r>
              <a:rPr lang="en-US" altLang="ko-KR">
                <a:latin typeface="Consolas" panose="020B0609020204030204" pitchFamily="49" charset="0"/>
              </a:rPr>
              <a:t>joy1_y = ADC(Pin(32))</a:t>
            </a:r>
          </a:p>
          <a:p>
            <a:r>
              <a:rPr lang="en-US" altLang="ko-KR">
                <a:latin typeface="Consolas" panose="020B0609020204030204" pitchFamily="49" charset="0"/>
              </a:rPr>
              <a:t>joy1_x.atten(ADC.ATTN_11DB)</a:t>
            </a:r>
          </a:p>
          <a:p>
            <a:r>
              <a:rPr lang="en-US" altLang="ko-KR">
                <a:latin typeface="Consolas" panose="020B0609020204030204" pitchFamily="49" charset="0"/>
              </a:rPr>
              <a:t>joy1_y.atten(ADC.ATTN_11DB)</a:t>
            </a:r>
          </a:p>
          <a:p>
            <a:r>
              <a:rPr lang="en-US" altLang="ko-KR">
                <a:latin typeface="Consolas" panose="020B0609020204030204" pitchFamily="49" charset="0"/>
              </a:rPr>
              <a:t>joy1_x.width(ADC.WIDTH_10BIT)</a:t>
            </a:r>
          </a:p>
          <a:p>
            <a:r>
              <a:rPr lang="en-US" altLang="ko-KR">
                <a:latin typeface="Consolas" panose="020B0609020204030204" pitchFamily="49" charset="0"/>
              </a:rPr>
              <a:t>joy1_y.width(ADC.WIDTH_10BIT)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while True: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j1x = joy1_x.read()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j1y = joy1_y.read()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print("JOY1 X:%d Y:%d" % (j1x, j1y))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sleep(0.1)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A2FBE-E2D8-7B9C-3BDE-FFC771DBAF20}"/>
              </a:ext>
            </a:extLst>
          </p:cNvPr>
          <p:cNvSpPr txBox="1"/>
          <p:nvPr/>
        </p:nvSpPr>
        <p:spPr>
          <a:xfrm>
            <a:off x="0" y="0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joystick.py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51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EE4E8-602E-2DBF-462C-852ED87BBEF0}"/>
              </a:ext>
            </a:extLst>
          </p:cNvPr>
          <p:cNvSpPr txBox="1"/>
          <p:nvPr/>
        </p:nvSpPr>
        <p:spPr>
          <a:xfrm>
            <a:off x="687977" y="1288868"/>
            <a:ext cx="307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joystick_drive.py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A2FBE-E2D8-7B9C-3BDE-FFC771DBAF20}"/>
              </a:ext>
            </a:extLst>
          </p:cNvPr>
          <p:cNvSpPr txBox="1"/>
          <p:nvPr/>
        </p:nvSpPr>
        <p:spPr>
          <a:xfrm>
            <a:off x="748937" y="452845"/>
            <a:ext cx="6224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github</a:t>
            </a:r>
            <a:r>
              <a:rPr lang="ko-KR" altLang="en-US" sz="2400">
                <a:latin typeface="Consolas" panose="020B0609020204030204" pitchFamily="49" charset="0"/>
              </a:rPr>
              <a:t>의 아래 파일 보드에 로드 후 실행</a:t>
            </a:r>
          </a:p>
        </p:txBody>
      </p:sp>
    </p:spTree>
    <p:extLst>
      <p:ext uri="{BB962C8B-B14F-4D97-AF65-F5344CB8AC3E}">
        <p14:creationId xmlns:p14="http://schemas.microsoft.com/office/powerpoint/2010/main" val="44488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150</Words>
  <Application>Microsoft Office PowerPoint</Application>
  <PresentationFormat>와이드스크린</PresentationFormat>
  <Paragraphs>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std</cp:lastModifiedBy>
  <cp:revision>55</cp:revision>
  <dcterms:created xsi:type="dcterms:W3CDTF">2026-06-16T00:22:35Z</dcterms:created>
  <dcterms:modified xsi:type="dcterms:W3CDTF">2026-07-01T03:57:02Z</dcterms:modified>
</cp:coreProperties>
</file>